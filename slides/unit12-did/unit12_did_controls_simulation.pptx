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Controls vs. Bad Controls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DiD Simulation Exercise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325: Econometrics  |  Unit 12: Difference-in-Differences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Caraher  •  Colby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Choice of Controls Matter?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3200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Controls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</a:rPr>
              <a:t>Same pre-treatment trend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as the treated unit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2B2D42"/>
                </a:solidFill>
              </a:rPr>
              <a:t>Parallel trends assumption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is satisfied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</a:rPr>
              <a:t>DiD estimate is unbiased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and recovers the true ATT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Controls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74920" y="18288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</a:rPr>
              <a:t>Different pre-treatment trend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than the treated unit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2B2D42"/>
                </a:solidFill>
              </a:rPr>
              <a:t>Parallel trends assumption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is violated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</a:rPr>
              <a:t>DiD estimate is biased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D42"/>
                </a:solidFill>
              </a:rPr>
              <a:t>and does NOT recover the ATT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DiD estimate is only as good as your choice of control group.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Scenario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406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 2015, State A expanded Medicaid.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</a:rPr>
              <a:t>We want to estimate the effect on the </a:t>
            </a:r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</a:rPr>
              <a:t>uninsured rate</a:t>
            </a:r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</a:rPr>
              <a:t> using DiD.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</a:rPr>
              <a:t>The true treatment effect is </a:t>
            </a:r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</a:rPr>
              <a:t>−4.0 percentage points</a:t>
            </a:r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</a:rPr>
              <a:t> (a 4 pp drop in uninsurance).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</a:rPr>
              <a:t>You have 6 potential control states to choose from.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with Parallel Pre-Trends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3840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Pre-Trend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Similar demographics, neighbor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−0.5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Comparable economy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−0.5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Similar insurance market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</a:rPr>
                        <a:t>−0.5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with Non-Parallel Pre-Trends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657600"/>
          <a:ext cx="3840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Pre-Trend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Booming economy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−1.5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Stagnant economy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0.0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State 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Rising poverty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+0.8 pp/yr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(treated) has a pre-trend of −0.5 pp/yr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Exercise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interactive simulation tool and try the following: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Select only the "good" controls 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</a:rPr>
              <a:t>(States B, C, D). What is the DiD estimate? How does it compare to the true ATT of −4.0?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Now select only the "bad" controls 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</a:rPr>
              <a:t>(States E, F, G). How does the DiD estimate change? In which direction is it biased?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</a:rPr>
              <a:t>Try selecting only State E 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</a:rPr>
              <a:t>(fast-declining uninsurance). Is the DiD estimate too large or too small? Why?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7033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</a:rPr>
              <a:t>Try selecting only State G 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</a:rPr>
              <a:t>(rising uninsurance). What happens now? Can you explain why the bias goes the other way?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 did_controls_simulation.html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What Did You Learn?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good controls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the right answer?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the same pre-treatment trend as the treated state, so the parallel trends assumption holds and the counterfactual is valid.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169164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5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State 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D5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the estimate?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faster decline makes the control group's post-treatment change look larger, so DiD underestimates the treatment effect (estimate is too close to zero).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64008" cy="16916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9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State G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9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the estimate?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rising trend makes the control's change look small (or positive), so DiD dramatically overstates the magnitude of the treatment effect.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7180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lesson?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controls is the most important part of a DiD research design. Bad controls violate parallel trends and produce misleading causal estimates.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Controls vs. Bad Controls – EC 325 DiD Simulation</dc:title>
  <dc:subject>PptxGenJS Presentation</dc:subject>
  <dc:creator>Prof. Caraher</dc:creator>
  <cp:lastModifiedBy>Prof. Caraher</cp:lastModifiedBy>
  <cp:revision>1</cp:revision>
  <dcterms:created xsi:type="dcterms:W3CDTF">2026-04-10T19:53:28Z</dcterms:created>
  <dcterms:modified xsi:type="dcterms:W3CDTF">2026-04-10T19:53:28Z</dcterms:modified>
</cp:coreProperties>
</file>